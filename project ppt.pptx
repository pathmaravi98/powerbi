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2" r:id="rId1"/>
  </p:sld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48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62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28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400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924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5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81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12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01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234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018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8359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700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7551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279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043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6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339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1134534"/>
            <a:ext cx="8915399" cy="2201333"/>
          </a:xfrm>
        </p:spPr>
        <p:txBody>
          <a:bodyPr/>
          <a:lstStyle/>
          <a:p>
            <a:r>
              <a:rPr lang="en-US" dirty="0" smtClean="0"/>
              <a:t>Welcome you all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                                                                                                            Presented By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                                                           </a:t>
            </a:r>
            <a:r>
              <a:rPr lang="en-US" b="1" dirty="0" smtClean="0"/>
              <a:t>Santhiya.K, Pathmavathi.R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8417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541867"/>
            <a:ext cx="8911687" cy="1363133"/>
          </a:xfrm>
        </p:spPr>
        <p:txBody>
          <a:bodyPr/>
          <a:lstStyle/>
          <a:p>
            <a:r>
              <a:rPr lang="en-IN" i="1" dirty="0" smtClean="0"/>
              <a:t> E-Commerce </a:t>
            </a:r>
            <a:r>
              <a:rPr lang="en-IN" i="1" dirty="0"/>
              <a:t>Dashboard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534" y="1591733"/>
            <a:ext cx="5486400" cy="43194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This </a:t>
            </a:r>
            <a:r>
              <a:rPr lang="en-US" dirty="0"/>
              <a:t>Power BI dashboard provides a complete view of an e-commerce business dataset, including sales, orders, profits, product performance, customer regions, and payment insights. The dashboard is interactive, </a:t>
            </a:r>
            <a:r>
              <a:rPr lang="en-US" dirty="0" smtClean="0"/>
              <a:t>with</a:t>
            </a:r>
          </a:p>
          <a:p>
            <a:pPr marL="0" indent="0">
              <a:buNone/>
            </a:pPr>
            <a:r>
              <a:rPr lang="en-US" dirty="0" smtClean="0"/>
              <a:t>slicers </a:t>
            </a:r>
            <a:r>
              <a:rPr lang="en-US" dirty="0"/>
              <a:t>and cross-filtering across all pages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666" y="1405467"/>
            <a:ext cx="4307945" cy="333586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:p14="http://schemas.microsoft.com/office/powerpoint/2010/main" val="377611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          </a:t>
            </a:r>
            <a:r>
              <a:rPr lang="en-IN" b="1" dirty="0" smtClean="0"/>
              <a:t>Overview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Sales Overview</a:t>
            </a:r>
          </a:p>
          <a:p>
            <a:r>
              <a:rPr lang="en-US" sz="2000" dirty="0" smtClean="0"/>
              <a:t>Payment Insights</a:t>
            </a:r>
          </a:p>
          <a:p>
            <a:r>
              <a:rPr lang="en-US" sz="2000" dirty="0" smtClean="0"/>
              <a:t>Customer,Product &amp; Profitability</a:t>
            </a:r>
          </a:p>
          <a:p>
            <a:r>
              <a:rPr lang="en-US" sz="2000" dirty="0" smtClean="0"/>
              <a:t>Total Revenue by Location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05058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0721" y="325120"/>
            <a:ext cx="9553892" cy="1036320"/>
          </a:xfrm>
        </p:spPr>
        <p:txBody>
          <a:bodyPr/>
          <a:lstStyle/>
          <a:p>
            <a:r>
              <a:rPr lang="en-US" dirty="0" smtClean="0"/>
              <a:t>                   </a:t>
            </a:r>
            <a:r>
              <a:rPr lang="en-IN" b="1" dirty="0"/>
              <a:t>Sales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0720" y="1361440"/>
            <a:ext cx="9553892" cy="4348480"/>
          </a:xfrm>
        </p:spPr>
        <p:txBody>
          <a:bodyPr>
            <a:normAutofit/>
          </a:bodyPr>
          <a:lstStyle/>
          <a:p>
            <a:r>
              <a:rPr lang="en-IN" sz="2000" b="1" dirty="0" smtClean="0"/>
              <a:t>Slicers:</a:t>
            </a:r>
          </a:p>
          <a:p>
            <a:pPr marL="0" indent="0">
              <a:buNone/>
            </a:pPr>
            <a:r>
              <a:rPr lang="en-US" sz="2000" b="1" dirty="0"/>
              <a:t>          </a:t>
            </a:r>
            <a:r>
              <a:rPr lang="en-US" sz="2000" dirty="0"/>
              <a:t>Month, Product </a:t>
            </a:r>
            <a:r>
              <a:rPr lang="en-US" sz="2000" dirty="0" smtClean="0"/>
              <a:t>Category</a:t>
            </a:r>
            <a:r>
              <a:rPr lang="en-US" sz="2000" dirty="0"/>
              <a:t>, Payment Mode, City, </a:t>
            </a:r>
            <a:r>
              <a:rPr lang="en-US" sz="2000" dirty="0" smtClean="0"/>
              <a:t>Region.</a:t>
            </a:r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/>
              <a:t>Cards:</a:t>
            </a:r>
          </a:p>
          <a:p>
            <a:pPr marL="0" indent="0">
              <a:buNone/>
            </a:pPr>
            <a:r>
              <a:rPr lang="en-US" sz="2000" b="1" dirty="0"/>
              <a:t>         - </a:t>
            </a:r>
            <a:r>
              <a:rPr lang="en-US" sz="2000" dirty="0"/>
              <a:t>Total Sales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</a:t>
            </a:r>
            <a:r>
              <a:rPr lang="en-US" sz="2000" dirty="0"/>
              <a:t>- Total Orders 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- </a:t>
            </a:r>
            <a:r>
              <a:rPr lang="en-US" sz="2000" dirty="0"/>
              <a:t>Total </a:t>
            </a:r>
            <a:r>
              <a:rPr lang="en-US" sz="2000" dirty="0" smtClean="0"/>
              <a:t>Quantity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</a:t>
            </a:r>
            <a:r>
              <a:rPr lang="en-US" sz="2000" dirty="0"/>
              <a:t>- Total </a:t>
            </a:r>
            <a:r>
              <a:rPr lang="en-US" sz="2000" dirty="0" smtClean="0"/>
              <a:t>Profit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918" y="2397760"/>
            <a:ext cx="3517900" cy="3556000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  <a:softEdge rad="12700"/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</p:spTree>
    <p:extLst>
      <p:ext uri="{BB962C8B-B14F-4D97-AF65-F5344CB8AC3E}">
        <p14:creationId xmlns:p14="http://schemas.microsoft.com/office/powerpoint/2010/main" val="223013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</a:t>
            </a:r>
            <a:r>
              <a:rPr lang="en-IN" b="1" dirty="0"/>
              <a:t>Sales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Charts: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</a:t>
            </a:r>
            <a:r>
              <a:rPr lang="en-US" dirty="0" smtClean="0"/>
              <a:t>    </a:t>
            </a:r>
            <a:r>
              <a:rPr lang="en-US" dirty="0"/>
              <a:t>- Total Orders by Category (Clustered Column / Bar)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- </a:t>
            </a:r>
            <a:r>
              <a:rPr lang="en-US" dirty="0"/>
              <a:t>Total Unit Price by Category (Bar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</a:t>
            </a:r>
            <a:r>
              <a:rPr lang="en-US" dirty="0"/>
              <a:t>- Total Orders by Monthly Trend (Line)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- </a:t>
            </a:r>
            <a:r>
              <a:rPr lang="en-US" dirty="0"/>
              <a:t>Sales Distribution by Category (Pie / Donut) </a:t>
            </a:r>
            <a:endParaRPr lang="en-US" dirty="0" smtClean="0"/>
          </a:p>
          <a:p>
            <a:pPr marL="0" indent="0">
              <a:buNone/>
            </a:pPr>
            <a:r>
              <a:rPr lang="en-IN" b="1" dirty="0" smtClean="0"/>
              <a:t>Purpose:</a:t>
            </a:r>
          </a:p>
          <a:p>
            <a:pPr marL="0" indent="0">
              <a:buNone/>
            </a:pPr>
            <a:r>
              <a:rPr lang="en-US" dirty="0" smtClean="0"/>
              <a:t>              In </a:t>
            </a:r>
            <a:r>
              <a:rPr lang="en-US" dirty="0"/>
              <a:t>this section, we track total sales, orders, quantity, and profit. We also analyze monthly trends and category-wise performance.”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177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258" y="691844"/>
            <a:ext cx="8911687" cy="1280890"/>
          </a:xfrm>
        </p:spPr>
        <p:txBody>
          <a:bodyPr/>
          <a:lstStyle/>
          <a:p>
            <a:r>
              <a:rPr lang="en-US" dirty="0" smtClean="0"/>
              <a:t>                  </a:t>
            </a:r>
            <a:r>
              <a:rPr lang="en-IN" b="1" dirty="0"/>
              <a:t>Payment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4012" y="1490133"/>
            <a:ext cx="8915400" cy="3777622"/>
          </a:xfrm>
        </p:spPr>
        <p:txBody>
          <a:bodyPr/>
          <a:lstStyle/>
          <a:p>
            <a:r>
              <a:rPr lang="en-US" b="1" dirty="0" smtClean="0"/>
              <a:t>Charts: </a:t>
            </a:r>
          </a:p>
          <a:p>
            <a:r>
              <a:rPr lang="en-US" dirty="0" smtClean="0"/>
              <a:t> Total </a:t>
            </a:r>
            <a:r>
              <a:rPr lang="en-US" dirty="0"/>
              <a:t>Revenue by Product Category </a:t>
            </a:r>
            <a:r>
              <a:rPr lang="en-US" dirty="0" smtClean="0"/>
              <a:t>( Treemap )  </a:t>
            </a:r>
          </a:p>
          <a:p>
            <a:r>
              <a:rPr lang="en-US" dirty="0" smtClean="0"/>
              <a:t> Total </a:t>
            </a:r>
            <a:r>
              <a:rPr lang="en-US" dirty="0"/>
              <a:t>Revenue by Payment Mode (Clustered Column / Bar) </a:t>
            </a:r>
            <a:endParaRPr lang="en-US" dirty="0" smtClean="0"/>
          </a:p>
          <a:p>
            <a:r>
              <a:rPr lang="en-US" dirty="0" smtClean="0"/>
              <a:t> Payment </a:t>
            </a:r>
            <a:r>
              <a:rPr lang="en-US" dirty="0"/>
              <a:t>Mode </a:t>
            </a:r>
            <a:r>
              <a:rPr lang="en-US" dirty="0" smtClean="0"/>
              <a:t>vs </a:t>
            </a:r>
            <a:r>
              <a:rPr lang="en-US" dirty="0"/>
              <a:t>Profitability (Clustered Column / Bar) 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Total </a:t>
            </a:r>
            <a:r>
              <a:rPr lang="en-US" dirty="0"/>
              <a:t>Revenue by Month (Line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Purpose:</a:t>
            </a:r>
          </a:p>
          <a:p>
            <a:pPr marL="0" indent="0">
              <a:buNone/>
            </a:pPr>
            <a:r>
              <a:rPr lang="en-US" b="1" dirty="0" smtClean="0"/>
              <a:t>                </a:t>
            </a:r>
            <a:r>
              <a:rPr lang="en-US" dirty="0"/>
              <a:t>“This page shows how different payment methods contribute to revenue and profit, along with monthly trends.”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052" y="2945526"/>
            <a:ext cx="3433785" cy="312051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29592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         Customer </a:t>
            </a:r>
            <a:r>
              <a:rPr lang="en-IN" b="1" dirty="0"/>
              <a:t>&amp; Product Analysis</a:t>
            </a:r>
            <a:br>
              <a:rPr lang="en-IN" b="1" dirty="0"/>
            </a:br>
            <a:r>
              <a:rPr lang="en-IN" b="1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Charts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/>
              <a:t>- Total Revenue by Product Name (Bar / </a:t>
            </a:r>
            <a:r>
              <a:rPr lang="en-US" dirty="0" smtClean="0"/>
              <a:t>Tree map</a:t>
            </a:r>
            <a:r>
              <a:rPr lang="en-US" dirty="0"/>
              <a:t>)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- </a:t>
            </a:r>
            <a:r>
              <a:rPr lang="en-US" dirty="0"/>
              <a:t>Profit Margin by Month (Line / Area)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- </a:t>
            </a:r>
            <a:r>
              <a:rPr lang="en-US" dirty="0"/>
              <a:t>Profit Margin by Product Category (Clustered Column / Bar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IN" b="1" dirty="0"/>
              <a:t>Purpose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smtClean="0"/>
              <a:t>“</a:t>
            </a:r>
            <a:r>
              <a:rPr lang="en-US" dirty="0"/>
              <a:t>Here, we identify top-performing products and analyze profit margins across categories and months.”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3059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471710"/>
            <a:ext cx="9489545" cy="1280890"/>
          </a:xfrm>
        </p:spPr>
        <p:txBody>
          <a:bodyPr/>
          <a:lstStyle/>
          <a:p>
            <a:r>
              <a:rPr lang="en-IN" b="1" dirty="0" smtClean="0"/>
              <a:t>                Geographical </a:t>
            </a:r>
            <a:r>
              <a:rPr lang="en-IN" b="1" dirty="0"/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0800" y="1529299"/>
            <a:ext cx="8915400" cy="3777622"/>
          </a:xfrm>
        </p:spPr>
        <p:txBody>
          <a:bodyPr/>
          <a:lstStyle/>
          <a:p>
            <a:r>
              <a:rPr lang="en-US" b="1" dirty="0" smtClean="0"/>
              <a:t>Visual: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      </a:t>
            </a:r>
            <a:r>
              <a:rPr lang="en-US" dirty="0" smtClean="0"/>
              <a:t>Bubble </a:t>
            </a:r>
            <a:r>
              <a:rPr lang="en-US" dirty="0"/>
              <a:t>Map (City / State) </a:t>
            </a:r>
            <a:endParaRPr lang="en-US" dirty="0" smtClean="0"/>
          </a:p>
          <a:p>
            <a:r>
              <a:rPr lang="en-US" b="1" dirty="0" smtClean="0"/>
              <a:t>Fields:</a:t>
            </a:r>
          </a:p>
          <a:p>
            <a:pPr marL="0" indent="0">
              <a:buNone/>
            </a:pPr>
            <a:r>
              <a:rPr lang="en-US" dirty="0" smtClean="0"/>
              <a:t>            </a:t>
            </a:r>
            <a:r>
              <a:rPr lang="en-US" dirty="0"/>
              <a:t>- Location → City  - Size → Total Revenue (bubble size)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- </a:t>
            </a:r>
            <a:r>
              <a:rPr lang="en-US" dirty="0"/>
              <a:t>Tooltip → Profit, Total Orders, Quantity 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- </a:t>
            </a:r>
            <a:r>
              <a:rPr lang="en-US" dirty="0"/>
              <a:t>Legend → Optional: Category / Payment Mode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Purpose: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“</a:t>
            </a:r>
            <a:r>
              <a:rPr lang="en-US" dirty="0"/>
              <a:t>This map visualization helps us understand sales performance across different cities and regions.”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7528" y="812800"/>
            <a:ext cx="3484472" cy="262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95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 </a:t>
            </a:r>
            <a:r>
              <a:rPr lang="en-IN" b="1" dirty="0" smtClean="0"/>
              <a:t>Design </a:t>
            </a:r>
            <a:r>
              <a:rPr lang="en-IN" b="1" dirty="0"/>
              <a:t>&amp; Formatting </a:t>
            </a:r>
            <a:r>
              <a:rPr lang="en-IN" b="1" dirty="0" smtClean="0"/>
              <a:t>Guidelines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Consistent </a:t>
            </a:r>
            <a:r>
              <a:rPr lang="en-IN" dirty="0"/>
              <a:t>theme across all pages  </a:t>
            </a:r>
            <a:endParaRPr lang="en-IN" dirty="0" smtClean="0"/>
          </a:p>
          <a:p>
            <a:r>
              <a:rPr lang="en-IN" dirty="0" smtClean="0"/>
              <a:t>Page </a:t>
            </a:r>
            <a:r>
              <a:rPr lang="en-IN" dirty="0"/>
              <a:t>background → White (#FFFFFF) </a:t>
            </a:r>
            <a:endParaRPr lang="en-IN" dirty="0" smtClean="0"/>
          </a:p>
          <a:p>
            <a:r>
              <a:rPr lang="en-IN" dirty="0" smtClean="0"/>
              <a:t>Colors </a:t>
            </a:r>
            <a:r>
              <a:rPr lang="en-IN" dirty="0"/>
              <a:t>→ Gradient / theme-aligned  - Shadows / Borders → Subtle for professional look  </a:t>
            </a:r>
            <a:endParaRPr lang="en-IN" dirty="0" smtClean="0"/>
          </a:p>
          <a:p>
            <a:r>
              <a:rPr lang="en-IN" dirty="0" smtClean="0"/>
              <a:t>Data </a:t>
            </a:r>
            <a:r>
              <a:rPr lang="en-IN" dirty="0"/>
              <a:t>Labels → Tooltip preferred for maps  </a:t>
            </a:r>
            <a:endParaRPr lang="en-IN" dirty="0" smtClean="0"/>
          </a:p>
          <a:p>
            <a:r>
              <a:rPr lang="en-IN" dirty="0" smtClean="0"/>
              <a:t>Interactivity </a:t>
            </a:r>
            <a:r>
              <a:rPr lang="en-IN" dirty="0"/>
              <a:t>→ Slicers + cross-filtering enabled </a:t>
            </a:r>
          </a:p>
        </p:txBody>
      </p:sp>
    </p:spTree>
    <p:extLst>
      <p:ext uri="{BB962C8B-B14F-4D97-AF65-F5344CB8AC3E}">
        <p14:creationId xmlns:p14="http://schemas.microsoft.com/office/powerpoint/2010/main" val="115394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                   Dataset </a:t>
            </a:r>
            <a:r>
              <a:rPr lang="en-IN" b="1" dirty="0"/>
              <a:t>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90133"/>
            <a:ext cx="8915400" cy="4961467"/>
          </a:xfrm>
        </p:spPr>
        <p:txBody>
          <a:bodyPr>
            <a:normAutofit fontScale="92500" lnSpcReduction="20000"/>
          </a:bodyPr>
          <a:lstStyle/>
          <a:p>
            <a:r>
              <a:rPr lang="en-US" sz="1900" dirty="0"/>
              <a:t> </a:t>
            </a:r>
            <a:r>
              <a:rPr lang="en-US" sz="1900" dirty="0" smtClean="0"/>
              <a:t>Order ID</a:t>
            </a:r>
          </a:p>
          <a:p>
            <a:r>
              <a:rPr lang="en-US" sz="1900" dirty="0" smtClean="0"/>
              <a:t> </a:t>
            </a:r>
            <a:r>
              <a:rPr lang="en-US" sz="1900" dirty="0"/>
              <a:t>Order </a:t>
            </a:r>
            <a:r>
              <a:rPr lang="en-US" sz="1900" dirty="0" smtClean="0"/>
              <a:t>Date</a:t>
            </a:r>
          </a:p>
          <a:p>
            <a:r>
              <a:rPr lang="en-US" sz="1900" dirty="0" smtClean="0"/>
              <a:t> Customer </a:t>
            </a:r>
            <a:r>
              <a:rPr lang="en-US" sz="1900" dirty="0"/>
              <a:t>Name / </a:t>
            </a:r>
            <a:r>
              <a:rPr lang="en-US" sz="1900" dirty="0" smtClean="0"/>
              <a:t>Email</a:t>
            </a:r>
          </a:p>
          <a:p>
            <a:r>
              <a:rPr lang="en-US" sz="1900" dirty="0" smtClean="0"/>
              <a:t> City</a:t>
            </a:r>
          </a:p>
          <a:p>
            <a:r>
              <a:rPr lang="en-US" sz="1900" dirty="0" smtClean="0"/>
              <a:t> Region</a:t>
            </a:r>
          </a:p>
          <a:p>
            <a:r>
              <a:rPr lang="en-US" sz="1900" dirty="0" smtClean="0"/>
              <a:t> Category</a:t>
            </a:r>
          </a:p>
          <a:p>
            <a:r>
              <a:rPr lang="en-US" sz="1900" dirty="0" smtClean="0"/>
              <a:t> Subcategory</a:t>
            </a:r>
          </a:p>
          <a:p>
            <a:r>
              <a:rPr lang="en-US" sz="1900" dirty="0" smtClean="0"/>
              <a:t> Product Name</a:t>
            </a:r>
          </a:p>
          <a:p>
            <a:r>
              <a:rPr lang="en-US" sz="1900" dirty="0" smtClean="0"/>
              <a:t> Quantity</a:t>
            </a:r>
          </a:p>
          <a:p>
            <a:r>
              <a:rPr lang="en-US" sz="1900" dirty="0" smtClean="0"/>
              <a:t> Unit Price </a:t>
            </a:r>
          </a:p>
          <a:p>
            <a:r>
              <a:rPr lang="en-US" sz="1900" dirty="0" smtClean="0"/>
              <a:t> Discount</a:t>
            </a:r>
          </a:p>
          <a:p>
            <a:r>
              <a:rPr lang="en-US" sz="1900" dirty="0" smtClean="0"/>
              <a:t> Sales</a:t>
            </a:r>
          </a:p>
          <a:p>
            <a:r>
              <a:rPr lang="en-US" sz="1900" dirty="0" smtClean="0"/>
              <a:t> Profit</a:t>
            </a:r>
          </a:p>
          <a:p>
            <a:r>
              <a:rPr lang="en-US" sz="1900" dirty="0" smtClean="0"/>
              <a:t> Payment </a:t>
            </a:r>
            <a:r>
              <a:rPr lang="en-US" sz="1900" dirty="0"/>
              <a:t>Mod</a:t>
            </a:r>
            <a:r>
              <a:rPr lang="en-US" dirty="0"/>
              <a:t>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485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                             Usage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693333"/>
            <a:ext cx="8915400" cy="4217889"/>
          </a:xfrm>
        </p:spPr>
        <p:txBody>
          <a:bodyPr/>
          <a:lstStyle/>
          <a:p>
            <a:pPr>
              <a:buAutoNum type="arabicPeriod"/>
            </a:pPr>
            <a:r>
              <a:rPr lang="en-US" dirty="0" smtClean="0"/>
              <a:t> Load </a:t>
            </a:r>
            <a:r>
              <a:rPr lang="en-US" dirty="0"/>
              <a:t>the Power BI dataset (.pbix) into Power BI Desktop. </a:t>
            </a:r>
            <a:endParaRPr lang="en-US" dirty="0" smtClean="0"/>
          </a:p>
          <a:p>
            <a:pPr>
              <a:buAutoNum type="arabicPeriod"/>
            </a:pPr>
            <a:r>
              <a:rPr lang="en-US" dirty="0" smtClean="0"/>
              <a:t> Navigate </a:t>
            </a:r>
            <a:r>
              <a:rPr lang="en-US" dirty="0"/>
              <a:t>between pages to explore overall sales, payment insights, and product profitability. </a:t>
            </a:r>
          </a:p>
          <a:p>
            <a:pPr>
              <a:buAutoNum type="arabicPeriod"/>
            </a:pPr>
            <a:r>
              <a:rPr lang="en-US" dirty="0" smtClean="0"/>
              <a:t> </a:t>
            </a:r>
            <a:r>
              <a:rPr lang="en-US" dirty="0"/>
              <a:t>Interact with slicers to filter charts/cards dynamically. </a:t>
            </a:r>
            <a:endParaRPr lang="en-US" dirty="0" smtClean="0"/>
          </a:p>
          <a:p>
            <a:pPr>
              <a:buAutoNum type="arabicPeriod"/>
            </a:pPr>
            <a:r>
              <a:rPr lang="en-US" dirty="0" smtClean="0"/>
              <a:t> Optional</a:t>
            </a:r>
            <a:r>
              <a:rPr lang="en-US" dirty="0"/>
              <a:t>: Explore geographical revenue trends using the Location map page.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817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              </a:t>
            </a:r>
            <a:r>
              <a:rPr lang="en-IN" b="1" dirty="0" smtClean="0"/>
              <a:t>Conclusion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“This dashboard transforms raw e-commerce data into actionable insights, enabling businesses to make informed decisions, improve profitability, and enhance overall operational efficiency.”</a:t>
            </a:r>
          </a:p>
        </p:txBody>
      </p:sp>
    </p:spTree>
    <p:extLst>
      <p:ext uri="{BB962C8B-B14F-4D97-AF65-F5344CB8AC3E}">
        <p14:creationId xmlns:p14="http://schemas.microsoft.com/office/powerpoint/2010/main" val="64382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49</TotalTime>
  <Words>546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Welcome you all</vt:lpstr>
      <vt:lpstr> E-Commerce Dashboard</vt:lpstr>
      <vt:lpstr>                 Overview</vt:lpstr>
      <vt:lpstr>                   Sales Overview</vt:lpstr>
      <vt:lpstr>                   Sales Overview</vt:lpstr>
      <vt:lpstr>                  Payment Insights</vt:lpstr>
      <vt:lpstr>         Customer &amp; Product Analysis  </vt:lpstr>
      <vt:lpstr>                Geographical Insights</vt:lpstr>
      <vt:lpstr>        Design &amp; Formatting Guidelines</vt:lpstr>
      <vt:lpstr>                   Dataset Fields</vt:lpstr>
      <vt:lpstr>                             Usage</vt:lpstr>
      <vt:lpstr>                     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you all</dc:title>
  <dc:creator>Sundar</dc:creator>
  <cp:lastModifiedBy>Sundar</cp:lastModifiedBy>
  <cp:revision>7</cp:revision>
  <dcterms:created xsi:type="dcterms:W3CDTF">2026-03-19T17:04:57Z</dcterms:created>
  <dcterms:modified xsi:type="dcterms:W3CDTF">2026-03-20T06:47:44Z</dcterms:modified>
</cp:coreProperties>
</file>